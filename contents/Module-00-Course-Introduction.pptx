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Microsoft SQL Server
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501A"/>
                </a:solidFill>
                <a:latin typeface="Calibri"/>
              </a:rPr>
              <a:t>Two days to install, secure, maintain, and troubleshoot a working SQL Server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4572000"/>
            <a:ext cx="2011680" cy="62179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4645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Instructor-led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4572000"/>
            <a:ext cx="2011680" cy="6217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4645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4572000"/>
            <a:ext cx="2011680" cy="62179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4645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SQL Server 2019/2022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4572000"/>
            <a:ext cx="2011680" cy="62179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4645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0819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6"/>
                </a:solidFill>
                <a:latin typeface="Calibri"/>
              </a:rPr>
              <a:t>MODULE 00  ·  COURSE INTRODUCTION  ·  OPENING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5A7A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Course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3A6"/>
                </a:solidFill>
                <a:latin typeface="Calibri"/>
              </a:rPr>
              <a:t>Set the room, align expectations, and show the full two-day operating picture before Module 1 begins.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57860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Junior to mid-level DBAs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40156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IT staff supporting SQL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22452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Admins building operational confidence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828800"/>
            <a:ext cx="3474720" cy="3931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1" y="257860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SQL Server 2019/2022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1" y="340156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SQL Server Management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1" y="422452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Local install or training 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998" y="1828800"/>
            <a:ext cx="3474720" cy="393192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998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COURSE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0" y="257860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- 2 training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0" y="340156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- 11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0" y="422452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- Hands-on labs in every core topic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84048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3E"/>
                </a:solidFill>
                <a:latin typeface="Calibri"/>
              </a:rPr>
              <a:t>Training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3A6"/>
                </a:solidFill>
                <a:latin typeface="Calibri"/>
              </a:rPr>
              <a:t>Day 1 establishes the platform. Day 2 keeps that platform healthy and observable.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303520" cy="3566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1783080"/>
            <a:ext cx="5303520" cy="3566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836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01A"/>
                </a:solidFill>
                <a:latin typeface="Calibri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836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SQL Server Overview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895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Installing &amp; Configuring SQL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383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Database Creation &amp;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77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Tables &amp; Data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3708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Security &amp; User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042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Backup &amp; 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8833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Database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7238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SQL Server Agent &amp;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4564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Monitoring &amp; Performance Basics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8404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Basic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22452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Data Import/Export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8064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93A6"/>
                </a:solidFill>
                <a:latin typeface="Calibri"/>
              </a:rPr>
              <a:t>11 technical modules across installation, security, maintenance, automation, monitoring, troubleshooting, and data movement.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84048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Day 1 Timetable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3A6"/>
                </a:solidFill>
                <a:latin typeface="Calibri"/>
              </a:rPr>
              <a:t>Installation, configuration, database fundamentals, and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4173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572768"/>
            <a:ext cx="3977639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664208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3429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6420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572768"/>
            <a:ext cx="173736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664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29968"/>
            <a:ext cx="1083564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29968"/>
            <a:ext cx="1417320" cy="7132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488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09:00-10:00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1122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01A"/>
                </a:solidFill>
                <a:latin typeface="Calibri"/>
              </a:rPr>
              <a:t>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084832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SQL Server Overview &amp;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8483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Editions, components, engine basics, authentication modes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1488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1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25496"/>
            <a:ext cx="10835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825496"/>
            <a:ext cx="1417320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443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10:00-12:00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077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M02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2880360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Installing &amp; Configuring SQL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88036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Planning, setup flow, Configuration Manager, TCP/IP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9443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2 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21024"/>
            <a:ext cx="1083564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21024"/>
            <a:ext cx="1417320" cy="7132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398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12:00-14:00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703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01A"/>
                </a:solidFill>
                <a:latin typeface="Calibri"/>
              </a:rPr>
              <a:t>M03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675888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Database Creation &amp;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Files, logs, SSMS and T-SQL database creation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73989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2 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16552"/>
            <a:ext cx="108356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416552"/>
            <a:ext cx="1417320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3542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14:00-16:00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M04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71416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Tables &amp; Data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7141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Design basics, data types, constraints, CRUD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53542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2 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12080"/>
            <a:ext cx="1083564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417320" cy="7132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3309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16:00-17:30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294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01A"/>
                </a:solidFill>
                <a:latin typeface="Calibri"/>
              </a:rPr>
              <a:t>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266944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Security &amp; User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26694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Logins, users, roles, access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53309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Calibri"/>
              </a:rPr>
              <a:t>1.5 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3A6"/>
                </a:solidFill>
                <a:latin typeface="Calibri"/>
              </a:rPr>
              <a:t>Instructional blocks shown sequentially from 09:00. Breaks and lunch can be inserted by the trainer between modules.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84048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Day 2 Timetable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58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3A6"/>
                </a:solidFill>
                <a:latin typeface="Calibri"/>
              </a:rPr>
              <a:t>Backup, maintenance, automation, monitoring, troubleshooting, and data movement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4173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572768"/>
            <a:ext cx="3977639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664208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3429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6420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572768"/>
            <a:ext cx="173736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664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29968"/>
            <a:ext cx="108356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29968"/>
            <a:ext cx="1417320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488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09:00-11:00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1122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  <a:latin typeface="Calibri"/>
              </a:rPr>
              <a:t>M06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084832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Backup &amp;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8483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Backup types, recovery models, restore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1488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2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7919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679192"/>
            <a:ext cx="1417320" cy="566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980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11:00-12:30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761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M07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2734056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Database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73405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Index maintenance, statistics, DBCC CHECKDB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7980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1.5 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28416"/>
            <a:ext cx="108356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328416"/>
            <a:ext cx="1417320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4728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12:30-14:00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410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  <a:latin typeface="Calibri"/>
              </a:rPr>
              <a:t>M08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383280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SQL Server Agent &amp;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3832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Jobs, schedules, alerts, recurring admin tasks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44728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1.5 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77640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77640"/>
            <a:ext cx="1417320" cy="566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9651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14:00-15:30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0599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M09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032504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Monitoring &amp; Performance Basics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03250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Activity Monitor, DMVs, blocking and deadlocks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09651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1.5 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26864"/>
            <a:ext cx="108356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626864"/>
            <a:ext cx="1417320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457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15:30-16:30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709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  <a:latin typeface="Calibri"/>
              </a:rPr>
              <a:t>M10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4681728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Basic Troubleshooting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Logs, login failures, connection issues, bottlenecks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74573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 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276088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276088"/>
            <a:ext cx="1417320" cy="5669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3949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16:30-17:30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3583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M11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5330952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Data Import/Export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3309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Wizard-driven CSV and Excel movement, ETL basics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3949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 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3A6"/>
                </a:solidFill>
                <a:latin typeface="Calibri"/>
              </a:rPr>
              <a:t>Instructional blocks shown sequentially from 09:00. Breaks and lunch can be inserted by the trainer between modules.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3E"/>
                </a:solidFill>
                <a:latin typeface="Calibri"/>
              </a:rPr>
              <a:t>Training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2194560" cy="4434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4048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Plan a SQL Server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Configure services and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40507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Connect locally and remotely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691640"/>
            <a:ext cx="2194560" cy="4434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4048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Create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Work with tables and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40507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Use SSMS and T-SQL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691640"/>
            <a:ext cx="2194560" cy="44348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4048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Create logins and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Assign server and database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40507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Verify access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691640"/>
            <a:ext cx="2194560" cy="443484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24048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Back up and restore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Run integrity and maintenance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40507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Automate recurring tasks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1691640"/>
            <a:ext cx="2194560" cy="4434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24048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Monitor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Read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40507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- Troubleshoot basic failures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3E"/>
                </a:solidFill>
                <a:latin typeface="Calibri"/>
              </a:rPr>
              <a:t>How We Will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72768"/>
            <a:ext cx="384048" cy="38404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1328" y="15544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Instructor-led explanation first. Hands-on practice immediately after.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95728"/>
            <a:ext cx="384048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237744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Use SSMS for admin workflows and T-SQL where the module calls for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18688"/>
            <a:ext cx="384048" cy="38404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320040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Each lab ends with a visible verification check: connection, object, backup file, job history, or result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41648"/>
            <a:ext cx="384048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402336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Work on a safe training instance or VM. Repeatable tasks beat risky shortcuts.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64608"/>
            <a:ext cx="384048" cy="38404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48463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Ask about operational tradeoffs early: authentication mode, recovery model, permissions, maintenance timing.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93A6"/>
                </a:solidFill>
                <a:latin typeface="Calibri"/>
              </a:rPr>
              <a:t>Verification-first labs keep the class aligned even when the environment differs slightly between machines.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3891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01A"/>
                </a:solidFill>
                <a:latin typeface="Calibri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By the end of the course, each participant should be able to operate a clean SQL Server admin workflow from setup through recovery and troubleshooting.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46120"/>
            <a:ext cx="1645920" cy="1874519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SET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2219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966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17135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3246120"/>
            <a:ext cx="1645920" cy="1874519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82219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Create DBs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16966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Manage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517135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Secure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3246120"/>
            <a:ext cx="1645920" cy="1874519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82219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416966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517135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Check 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246120"/>
            <a:ext cx="1645920" cy="1874519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AUTOMATE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82219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16966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Schedules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517135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3246120"/>
            <a:ext cx="1645920" cy="1874519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82219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416966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Investigate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517135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Import/Export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5A7A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72768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Start with the instance and the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501A"/>
                </a:solidFill>
                <a:latin typeface="Calibri"/>
              </a:rPr>
              <a:t>Module 01 begins with the language and architecture every administrator needs before installation and operational work make sense.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091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Next: SQL Server Overview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3A6"/>
                </a:solidFill>
                <a:latin typeface="Calibri"/>
              </a:rPr>
              <a:t>Open SSMS and be ready to identify the instance, the engine, and the system databases.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A"/>
                </a:solidFill>
                <a:latin typeface="Calibri"/>
              </a:rPr>
              <a:t>Module 00: Course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5A7A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