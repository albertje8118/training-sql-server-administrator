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SQL Server Overview
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501A"/>
                </a:solidFill>
                <a:latin typeface="Calibri"/>
              </a:rPr>
              <a:t>Understand the engine, editions, and authentication foundation
that every SQL Server administration task depends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63440"/>
            <a:ext cx="3154680" cy="5303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Editions &amp;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663440"/>
            <a:ext cx="3154680" cy="5303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Instance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663440"/>
            <a:ext cx="3154680" cy="5303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System Databases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01: SQL Server Overview &amp;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01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Identify SQL Server editions and choose the right one for a given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Describe the instance, database, and object hierarchy inside the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Name the four system databases and explain their 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Distinguish Windows Authentication from SQL Server Authentication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Connect to a SQL Server instance using SSMS and navigate the object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01: SQL Server Overview &amp;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SQL Server Editions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Choose the edition that matches the workload — you can upgrade, but plan early.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2651760" cy="429768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556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12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33472"/>
            <a:ext cx="23774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163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Up to 10 GB per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Great for dev/test and small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5020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No SQL Server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572768"/>
            <a:ext cx="2651760" cy="4297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7556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12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$$$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633472"/>
            <a:ext cx="23774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8163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Core BI features included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832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Max 24 cores / 128 GB 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5020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Most production workloads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572768"/>
            <a:ext cx="2651760" cy="429768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7556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212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$$$$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633472"/>
            <a:ext cx="23774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8163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Unlimited cores and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832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Always On, partitioning, HADR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5020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Full feature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1572768"/>
            <a:ext cx="2651760" cy="4297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7556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212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2633472"/>
            <a:ext cx="23774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8163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Feature-identical to 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3832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Dev and test only — not production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95020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Best choice for this course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01: SQL Server Overview &amp;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Instance, Database &amp; Engine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SQL Server is a layered system — understanding the layers makes every admin task clearer.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47120" cy="12984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SQL SERVER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 running service (sqlservr.exe). One server can host multiple named instances.
Default: MSSQLSERVER  |  Named: SERVER\SQLEXPRESS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8712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E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54096"/>
            <a:ext cx="11247120" cy="12984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638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DATABASES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127248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Each instance holds system databases (master, model, msdb, tempdb) plus your user databases.
Data lives in .mdf files; transaction log in .ldf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43525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E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35424"/>
            <a:ext cx="11247120" cy="129844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45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OBJECTS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608576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Inside every database: tables, views, stored procedures, functions, triggers, indexes, users.
Managed through SSMS Object Explorer or T-SQL.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081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3A6"/>
                </a:solidFill>
                <a:latin typeface="Calibri"/>
              </a:rPr>
              <a:t>System databases:  master — server config    model — DB template    msdb — Agent &amp; jobs    tempdb — working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01: SQL Server Overview &amp;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Authentication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Choose during installation — changing later requires a service restart.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663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WINDOWS
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871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Uses Windows / Active Directory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540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No password stored inside SQL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210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Integrated single sign-on (SSO)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879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Kerberos ticket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54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✓  RECOMMENDED for domain environments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303520" cy="46634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SQL SERVER
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8716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SQL login with username + 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054096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Password hash stored in master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62102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Needed for non-Windows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18795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Required for some apps and cloud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7548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Use Mixed Mode to allow both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377440"/>
            <a:ext cx="6400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423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3E"/>
                </a:solidFill>
                <a:latin typeface="Calibri"/>
              </a:rPr>
              <a:t>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3A6"/>
                </a:solidFill>
                <a:latin typeface="Calibri"/>
              </a:rPr>
              <a:t>Best practice: enable Windows Authentication only. Add SQL logins only when the application requires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01: SQL Server Overview &amp;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SQL Server Management Studio (SSMS)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SSMS is the primary GUI tool for all SQL Server administration tasks in this course.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347472" cy="8046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572768"/>
            <a:ext cx="53035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45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Object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568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Left-side tree: instances → databases → tables, views, users, jobs, etc.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572768"/>
            <a:ext cx="347472" cy="8046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02552" y="1572768"/>
            <a:ext cx="53035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1645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Query Editor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9568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Write and run T-SQL. Colour-coded syntax, execution plans, results grid.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71216"/>
            <a:ext cx="347472" cy="8046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" y="2871216"/>
            <a:ext cx="53035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9443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Activity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Live session, waits, and I/O metrics — covered in Module 09.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871216"/>
            <a:ext cx="347472" cy="8046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02552" y="2871216"/>
            <a:ext cx="53035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8" y="29443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Object Properties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32552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Right-click any object to view and modify properties, permissions, and settings.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9664"/>
            <a:ext cx="347472" cy="8046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" y="4169664"/>
            <a:ext cx="53035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2428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SQL Server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553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Schedule jobs and manage alerts — covered in Module 08.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169664"/>
            <a:ext cx="347472" cy="8046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02552" y="4169664"/>
            <a:ext cx="53035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2428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4553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Standard reports for disk usage, index stats, and more under each database.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01: SQL Server Overview &amp;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Explore SSMS &amp; Connect to an 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~30 min  ·  Tool: SSMS  ·  Assumes: SQL Server Developer installed or training VM 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3611880"/>
          </a:xfrm>
          <a:prstGeom prst="rect">
            <a:avLst/>
          </a:prstGeom>
          <a:solidFill>
            <a:srgbClr val="15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01A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Open SSMS and use Connect &gt; Database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5584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7413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375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Connect to the local default instance (.) or the VM hostname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5876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7705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404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Expand the Databases node — note the four system databases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6168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7997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3434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Open a New Query window and run:  SELECT @@VERSION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6460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8289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4632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 Object Explorer → Security → Logins: identify the SA login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675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858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4924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Check Server Properties → Security tab for authentication mode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2395728"/>
            <a:ext cx="3913632" cy="3611880"/>
          </a:xfrm>
          <a:prstGeom prst="rect">
            <a:avLst/>
          </a:prstGeom>
          <a:solidFill>
            <a:srgbClr val="15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EXPECTED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85292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SSMS opens and shows the instance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511296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SELECT @@VERSION returns the SQL Server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169664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You can see master, model, msdb, tempdb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828032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Authentication mode is visible in properties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6"/>
                </a:solidFill>
                <a:latin typeface="Calibri"/>
              </a:rPr>
              <a:t>Clean up: no objects were created — nothing to remove.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01: SQL Server Overview &amp;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