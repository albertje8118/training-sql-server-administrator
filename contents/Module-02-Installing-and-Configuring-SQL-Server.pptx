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Installing &amp;
Configuring SQL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ACC"/>
                </a:solidFill>
                <a:latin typeface="Calibri"/>
              </a:rPr>
              <a:t>From installation planning through TCP/IP connectivity —
the steps every administrator needs to get SQL Server production-ready.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63440"/>
            <a:ext cx="3154680" cy="5303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Pre-Install Planning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663440"/>
            <a:ext cx="3154680" cy="5303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Installation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663440"/>
            <a:ext cx="3154680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Instance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02: Installing &amp; Configuring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02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Plan a SQL Server installation — hardware, storage layout, and collation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Run the SQL Server setup wizard and select the right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Configure service accounts and set startup types after installation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Use SQL Server Configuration Manager to manage services and protocols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Enable TCP/IP and connect to the instance remotely from another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02: Installing &amp; Configuring SQL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Pre-Installation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Decisions made before Setup runs are difficult to change later — especially collation.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5440680" cy="1828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0992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1396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Min: 4 cores, 8 GB RAM, 40 GB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5237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Separate drives for data (.mdf) and log (.ldf)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907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TempDB on its own fast drive for busy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72768"/>
            <a:ext cx="5440680" cy="1828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0992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396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SQL_Latin1_General_CP1_CI_AS is the most common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5237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CI = Case Insensitive  |  AS = Accent Sensitive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907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Match the application — cannot change after install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02736"/>
            <a:ext cx="5440680" cy="18288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39896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1696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Database Engine — always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553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SQL Server Agent — needed for scheduled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937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Full-Text / SSRS / SSIS — add only when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02736"/>
            <a:ext cx="5440680" cy="182880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739896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1696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Use dedicated Windows service accounts (not LocalSystem)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553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NT SERVICE\MSSQLSERVER for engine, Agent separate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937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Principle of least privilege — no local admin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02: Installing &amp; Configuring SQL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Running the SQL Server Setup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All steps run from the SQL Server installation media — setup.exe.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457200" cy="8046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739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1. Installation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568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Choose 'New SQL Server stand-alone installation'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72768"/>
            <a:ext cx="457200" cy="8046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7739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2552" y="1572768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645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2. Product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9568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Enter the key or choose Developer (free)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51760"/>
            <a:ext cx="457200" cy="8046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8529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651760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724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3. Feature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358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Database Engine Services + SQL Server Agent (minimum)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2651760"/>
            <a:ext cx="457200" cy="8046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28529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2552" y="2651760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2724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4. Instance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0358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Default (MSSQLSERVER) or named (SERVER\INSTANCE)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30752"/>
            <a:ext cx="457200" cy="8046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730752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803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5. Server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114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Set service accounts and collation (SQL_Latin1_General_CP1_CI_AS)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3730752"/>
            <a:ext cx="457200" cy="8046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02552" y="3730752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3803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6. Auth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4114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Windows Auth (recommended) or Mixed Mode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809744"/>
            <a:ext cx="457200" cy="8046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809744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8828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7. Data Directories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1937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Point data root, user DB dir, user log dir, tempDB to correct drives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4809744"/>
            <a:ext cx="457200" cy="8046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02552" y="4809744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48828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8. Install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51937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Progress bar runs — takes 5–15 min. Check summary for errors.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02: Installing &amp; Configuring SQL 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Instance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After installation, verify and tune these settings before connecting any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347472" cy="1143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Default vs Named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Default: connect with server name only
Named: SERVER\INSTANCENAME — port may differ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990088"/>
            <a:ext cx="347472" cy="1143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Max Server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Limit via SSMS → Server Properties → Memory
Leave ~10% free for the OS (e.g., 14 GB out of 16 GB)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407408"/>
            <a:ext cx="347472" cy="114300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Max Degree of Parallelism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MAXDOP controls parallel query threads
Start at 0 (auto) or 1 per NUMA node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72768"/>
            <a:ext cx="347472" cy="11430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Cost Threshold for Parallelism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Default 5 is very low — raise to 25–50
Prevents trivial queries from going 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990088"/>
            <a:ext cx="347472" cy="11430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063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Remote Access &amp; Protocols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29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Shared Memory (local), Named Pipes (legacy),
TCP/IP (network) — enable in Config 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407408"/>
            <a:ext cx="347472" cy="1143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480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Verify with SELECT @@SERVERNAME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Should return the correct host\instance name
If wrong: sp_dropserver / sp_addserver to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02: Installing &amp; Configuring 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SQL Server Configuration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The correct tool for service management and protocol configuration — not Windows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72768"/>
            <a:ext cx="3611880" cy="4297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73736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SQL Server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22860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Start, stop, pause each SQL Server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9443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Set startup type: Automatic / Manual / Disabled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6027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View service account — change here, not in Windows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426110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Key services: Database Engine, SQL Server Agent, Browser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572768"/>
            <a:ext cx="3611880" cy="4297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73736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SQL Server Network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2860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Enable/disable protocols per instance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9443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TCP/IP → Properties → IP Addresses: set port 1433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6027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Named Pipes: only needed for legacy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26110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Restart the service after any protocol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572768"/>
            <a:ext cx="3611880" cy="42976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73736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SQL Native Client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2860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Client-side protocol order — affects how this machine connects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9443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Aliases: map a friendly name to an instance\port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36027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Useful for testing failover or pointing apps to a new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426110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Rarely changed in standard setups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02: Installing &amp; Configuring 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Configure Services, Protocols &amp; Remote Connectivity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~45 min  ·  Tools: SSMS + Configuration Manager  ·  Assumes: SQL Server Developer installed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3703320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Open SQL Server Configuration Manager → verify all services show 'Running'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28416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4670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012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Set SQL Server Agent startup type to Automatic — restart the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221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8561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Under Network Configuration → enable TCP/IP, set port 1433 on IPAll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79392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6110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Restart the Database Engine service to apply protocol 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7316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3659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 Windows Firewall: add inbound rule for TCP port 1433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30368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4865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2120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From a second machine (or VM): connect in SSMS using the hostname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705856"/>
            <a:ext cx="292608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2414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8756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Verify: SELECT @@SERVERNAME and SELECT @@VERSION both return results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395728"/>
            <a:ext cx="3913632" cy="3703320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EXPECTED 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8529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SQL Server Agent is running on startup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5387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TCP/IP enabled, port 1433 confirmed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2245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Remote SSMS connection succeeds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9103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Firewall rule allows port 1433 traffic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Clean up: no user databases created in this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02: Installing &amp; Configuring SQL 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Module 02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SQL Server is installed, configured, and reachable. You are ready to create databases.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5440680" cy="13533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8249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 before you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756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Collation cannot change after install. Separate drives improve performance.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572768"/>
            <a:ext cx="5440680" cy="135331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8249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Setup wizard is 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756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Feature selection → instance → service accounts → auth mode → directories.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45536"/>
            <a:ext cx="5440680" cy="135331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5526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Configuration Manager is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4845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Manage services and protocols here — not Windows Services or the registry.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145536"/>
            <a:ext cx="5440680" cy="135331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5526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TCP/IP + firewall = remote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4845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Enable protocol, set port 1433, open firewall. Then restart the service.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5102352"/>
            <a:ext cx="5440680" cy="13533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52120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Next: Module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60527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Database Creation &amp; Management — MDF, LDF, filegroups, and T-SQL CREATE DATABASE.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02: Installing &amp; Configuring SQL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