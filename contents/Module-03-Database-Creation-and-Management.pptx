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2011680" cy="47548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MODULE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Database Creation
&amp;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461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1A366"/>
                </a:solidFill>
                <a:latin typeface="Calibri"/>
              </a:rPr>
              <a:t>Learn how SQL Server stores data in files, how to create databases using
both SSMS and T-SQL, and how to manage size and growth settings.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663440"/>
            <a:ext cx="3154680" cy="5303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7274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MDF · NDF · LDF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4663440"/>
            <a:ext cx="3154680" cy="5303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47274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SSMS &amp; T-SQL Creation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4663440"/>
            <a:ext cx="3154680" cy="53035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47274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Filegroups &amp; Properties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03: Database Creation &amp;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What You Will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A93A6"/>
                </a:solidFill>
                <a:latin typeface="Calibri"/>
              </a:rPr>
              <a:t>By the end of Module 03 you will be able to: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347472" cy="34747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572768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Explain the role of MDF, NDF, and LDF files in a SQL Server database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05456"/>
            <a:ext cx="347472" cy="3474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432304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Create a database using the SSMS GUI with defined file sizes and growth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64992"/>
            <a:ext cx="347472" cy="34747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291840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Create a database using T-SQL CREATE DATABASE with explicit file options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24528"/>
            <a:ext cx="347472" cy="34747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151376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Describe how filegroups organize data files and why they are useful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084064"/>
            <a:ext cx="347472" cy="34747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5010912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Modify database properties including auto-growth, compatibility level, and recovery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03: Database Creation &amp;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Database File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Every user database contains at least two files — one for data, one for the transaction log.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72768"/>
            <a:ext cx="3611880" cy="43434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19072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.MDF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67712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Primary Data 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33472"/>
            <a:ext cx="324612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16352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Contains all schema objects: tables, indexes,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Every database has exactly one MDF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33088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Stores internal system catalog alongside user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91456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Location: typically on a fast data drive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572768"/>
            <a:ext cx="3611880" cy="4343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719072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.NDF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2267712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Secondary Data 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3128" y="2633472"/>
            <a:ext cx="324612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2816352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Optional — used to span data across multiple drives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47472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Assigned to filegroups (not PRIMARY by default)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4133088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Useful for very large databases or I/O distribution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4791456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One or more NDF files per database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9016" y="1572768"/>
            <a:ext cx="3611880" cy="434340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9016" y="1719072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.LDF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9016" y="2267712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Transaction Log File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11896" y="2633472"/>
            <a:ext cx="324612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7616" y="2816352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Records every transaction for rollback and recovery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347472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NEVER on the same drive as .MDF (I/O contention)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6" y="4133088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Size depends on recovery model and backup frequency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4791456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Grows when not truncated by log backup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03: Database Creation &amp;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Creating a Database via SSMS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Right-click → New Database is the fastest way; set size and growth before clicking OK.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72768"/>
            <a:ext cx="457200" cy="8046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739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51206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Object Explorer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5681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Expand the instance → right-click Databases → New Database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572768"/>
            <a:ext cx="457200" cy="8046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17739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02552" y="1572768"/>
            <a:ext cx="51206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16459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Database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195681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Enter the database name (e.g., TrainingDB) — no spaces recommended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51760"/>
            <a:ext cx="457200" cy="80467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8529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651760"/>
            <a:ext cx="51206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7249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Files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0358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Review the data file and log file entries — set initial size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2651760"/>
            <a:ext cx="457200" cy="80467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5352" y="28529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02552" y="2651760"/>
            <a:ext cx="51206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27249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Initial 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0358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Data: start at 256 MB+; Log: 128 MB+ — avoid frequent auto-growth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730752"/>
            <a:ext cx="457200" cy="80467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931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3730752"/>
            <a:ext cx="51206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38039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Auto-Growth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114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Set data growth to 128 MB (not percent); log to 64 MB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5352" y="3730752"/>
            <a:ext cx="457200" cy="8046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5352" y="3931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02552" y="3730752"/>
            <a:ext cx="51206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9712" y="38039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File Path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4114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Verify the file paths point to your data and log drives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809744"/>
            <a:ext cx="457200" cy="8046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010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4809744"/>
            <a:ext cx="51206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88289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Options Page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1937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Set Recovery Model (Simple for training), Compatibility Level 150+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45352" y="4809744"/>
            <a:ext cx="457200" cy="80467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5352" y="5010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02552" y="4809744"/>
            <a:ext cx="51206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9712" y="488289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OK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51937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Click OK — database appears in Object Explorer immediately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03: Database Creation &amp; Management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Creating a Database via T-SQL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T-SQL gives you full control over file placement, size, and growth — and is scriptable and repeatable.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81328"/>
            <a:ext cx="5989320" cy="4572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591056"/>
            <a:ext cx="566013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8D8FF"/>
                </a:solidFill>
                <a:latin typeface="Consolas"/>
              </a:rPr>
              <a:t>CREATE DATABASE TrainingDB
ON PRIMARY
(
    NAME = TrainingDB_data,
    FILENAME = 'D:\SQLData\TrainingDB.mdf',
    SIZE = 256MB,
    MAXSIZE = UNLIMITED,
    FILEGROWTH = 128MB
)
LOG ON
(
    NAME = TrainingDB_log,
    FILENAME = 'E:\SQLLogs\TrainingDB.ldf',
    SIZE = 128MB,
    MAXSIZE = 2048MB,
    FILEGROWTH = 64MB
);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481328"/>
            <a:ext cx="347472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5179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ON 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773936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Assigns data file to the PRIMARY filegroup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2194560"/>
            <a:ext cx="347472" cy="5303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2311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487168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Logical name used by SQL Server internally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2907792"/>
            <a:ext cx="347472" cy="5303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29443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FILENAME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200400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Physical path on disk — use separate drives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3621024"/>
            <a:ext cx="347472" cy="5303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36576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913632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Initial allocated size — set this generously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4334256"/>
            <a:ext cx="347472" cy="53035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43708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FILEGROWTH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626864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Use MB not % — predictable and auditable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5047488"/>
            <a:ext cx="347472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50840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  <a:latin typeface="Calibri"/>
              </a:rPr>
              <a:t>LOG 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5340096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Separate clause required for the .ldf 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93A6"/>
                </a:solidFill>
                <a:latin typeface="Calibri"/>
              </a:rPr>
              <a:t>Tip: run USE TrainingDB; GO after creation to confirm the database is accessible.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03: Database Creation &amp;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3E"/>
                </a:solidFill>
                <a:latin typeface="Calibri"/>
              </a:rPr>
              <a:t>Filegroups &amp; Database 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Filegroups are logical containers for data files. Key properties control behaviour and recoverability.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81328"/>
            <a:ext cx="5440680" cy="4389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27632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FILEGROUPS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1214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PRIMARY is the default filegroup — contains system objects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6243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Create additional filegroups to separate user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1272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Assign data files (.mdf / .ndf) to a filegroup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6301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Set a filegroup as DEFAULT to redirect new objects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1330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Example: separate OLTP tables from archive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6360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Useful for partial database restores and availability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81328"/>
            <a:ext cx="5605272" cy="438912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27632"/>
            <a:ext cx="5605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KEY DATABASE PROPERTIES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214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Recovery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12140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SIMPLE (no log backups) / FULL / BULK_LOGGED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883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Compatibility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6883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Controls which T-SQL features are 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2552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Auto Shrink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25526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DISABLE — causes severe fragmentation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8221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Auto Close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82219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DISABLE — forces re-open on every connection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3891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Auto Create Statistics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43891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ON — let SQL Server manage query stats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9560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Page 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49560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CHECKSUM — detects disk-level corruption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03: Database Creation &amp;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828800" cy="457200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LAB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Create, Modify &amp; Delete Databases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385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6"/>
                </a:solidFill>
                <a:latin typeface="Calibri"/>
              </a:rPr>
              <a:t>Duration: ~45 min  ·  Tools: SSMS + T-SQL  ·  No external dependencies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95728"/>
            <a:ext cx="7040880" cy="3730752"/>
          </a:xfrm>
          <a:prstGeom prst="rect">
            <a:avLst/>
          </a:prstGeom>
          <a:solidFill>
            <a:srgbClr val="0A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A366"/>
                </a:solidFill>
                <a:latin typeface="Calibri"/>
              </a:rPr>
              <a:t>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52928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712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3464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In SSMS: right-click Databases → New Database → create 'LabDB_GUI'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10128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284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29184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Set initial data file size to 64 MB, log to 32 MB, growth to 16 MB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67328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856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74904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Open New Query → run CREATE DATABASE LabDB_TSQL with explicit file paths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24528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428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20624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Expand both new databases — confirm they appear in Object Explorer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81728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000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66344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Right-click LabDB_GUI → Properties → Options → change Recovery Model to Simple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138928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572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12064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Run: ALTER DATABASE LabDB_TSQL MODIFY FILE (NAME=..., SIZE=128MB)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596128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6144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57784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Verify with: SELECT name, size*8/1024 AS SizeMB FROM sys.master_files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053328"/>
            <a:ext cx="292608" cy="29260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0716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603504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Right-click LabDB_GUI → Delete → confirm removal. Verify it disappears.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2395728"/>
            <a:ext cx="3913632" cy="3730752"/>
          </a:xfrm>
          <a:prstGeom prst="rect">
            <a:avLst/>
          </a:prstGeom>
          <a:solidFill>
            <a:srgbClr val="0A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2487168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A366"/>
                </a:solidFill>
                <a:latin typeface="Calibri"/>
              </a:rPr>
              <a:t>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285292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Both databases visible in Object Explorer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49300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sys.master_files shows correct sizes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413308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Recovery model updated in Properties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477316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ALTER DATABASE changes file size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541324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Deleted DB no longer appears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3A6"/>
                </a:solidFill>
                <a:latin typeface="Calibri"/>
              </a:rPr>
              <a:t>Clean up: DELETE LabDB_TSQL after confirming all steps.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03: Database Creation &amp; Management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Module 03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You can now create, configure, and manage SQL Server databases in both SSMS and T-SQL.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72768"/>
            <a:ext cx="5440680" cy="135331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8249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Files are physical, databases are logical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75688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MDF + LDF minimum. NDF for multi-drive expansion. Always separate drives.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572768"/>
            <a:ext cx="5440680" cy="135331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8249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T-SQL gives full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075688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CREATE DATABASE with explicit SIZE and FILEGROWTH is repeatable and auditable.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145536"/>
            <a:ext cx="5440680" cy="135331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55264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Set growth in MB, not percent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48456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Percentage-based growth causes unpredictable size spikes under load.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3145536"/>
            <a:ext cx="5440680" cy="135331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255264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Recovery Model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648456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SIMPLE: no log backup needed. FULL: log backups required to prevent log growth.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5102352"/>
            <a:ext cx="5440680" cy="13533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521208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Next: Module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5605272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Tables &amp; Data Management — schema design, data types, constraints, and CRUD.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03: Database Creation &amp;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