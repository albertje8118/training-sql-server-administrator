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Security &amp;
User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ACC"/>
                </a:solidFill>
                <a:latin typeface="Calibri"/>
              </a:rPr>
              <a:t>Create SQL Server logins, map database users, assign roles,
and verify access control — the foundation of secure administration.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63440"/>
            <a:ext cx="3154680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Logins vs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663440"/>
            <a:ext cx="3154680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Server &amp; DB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66344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05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Explain the difference between a SQL Server login and a database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Create a SQL Server login using both SSMS and T-SQL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Map a database user to a login and grant access to a specific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Assign server-level and database-level roles to control permissions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Test and verify access control by connecting as the new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Logins vs Database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These are two separate objects at two different levels — a common source of confusion.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257800" cy="4572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501A"/>
                </a:solidFill>
                <a:latin typeface="Calibri"/>
              </a:rP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299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93A6"/>
                </a:solidFill>
                <a:latin typeface="Calibri"/>
              </a:rPr>
              <a:t>Server-Level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Authenticates to the SQL Server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626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Lives in master database (sys.server_principals)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3814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Can be Windows account, Windows group, or SQL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1363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Has server-level role memberships (e.g., sysadmin)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Created with: CREATE LOGIN ... WITH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6460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Does NOT automatically give database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4015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MAPS TO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417320"/>
            <a:ext cx="4873752" cy="45720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572768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DATABASE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029968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5D8F0"/>
                </a:solidFill>
                <a:latin typeface="Calibri"/>
              </a:rPr>
              <a:t>Database-Level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87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Authorises access inside one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626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Lives in the database (sys.database_principals)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381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Linked to a login via SID (security identifier)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Has database-level role memberships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Created with: CREATE USER ... FOR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864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Must exist in each database the login needs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080760"/>
            <a:ext cx="11384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3A6"/>
                </a:solidFill>
                <a:latin typeface="Calibri"/>
              </a:rPr>
              <a:t>One login can be mapped to users in many databases. One database user corresponds to exactly one login.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Server Roles &amp; Database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Roles bundle permissions together — assign roles rather than individual object permissions wherever possible.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5440680" cy="4343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2763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01A"/>
                </a:solidFill>
                <a:latin typeface="Calibri"/>
              </a:rPr>
              <a:t>SERVER ROLES  (instance-level)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214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sysadmin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12140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Full unrestricted access to the instance. SA login is a member.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serveradmin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77977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Can configure server-wide settings (sp_configure, SHUTDOWN).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3814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securityadmin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43814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Can manage logins and grant/revoke server permissions.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dbcreator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09651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Can create, alter, drop, and restore any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bulkadmin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75488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Can run BULK INSERT statements.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81328"/>
            <a:ext cx="5605272" cy="43434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62763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DATABASE ROLES  (per database)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214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db_owner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21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8F0"/>
                </a:solidFill>
                <a:latin typeface="Calibri"/>
              </a:rPr>
              <a:t>Full control over the database — assign sparingly.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db_datareader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8F0"/>
                </a:solidFill>
                <a:latin typeface="Calibri"/>
              </a:rPr>
              <a:t>SELECT on all tables and views in the database.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821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db_datawriter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82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8F0"/>
                </a:solidFill>
                <a:latin typeface="Calibri"/>
              </a:rPr>
              <a:t>INSERT, UPDATE, DELETE on all tables.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124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db_ddladmin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7124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8F0"/>
                </a:solidFill>
                <a:latin typeface="Calibri"/>
              </a:rPr>
              <a:t>Can run DDL (CREATE TABLE, ALTER, DROP) — no data read.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2428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db_securityadmin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8F0"/>
                </a:solidFill>
                <a:latin typeface="Calibri"/>
              </a:rPr>
              <a:t>Manages database-level role membership and permissions.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773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73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8F0"/>
                </a:solidFill>
                <a:latin typeface="Calibri"/>
              </a:rPr>
              <a:t>Baseline role every user is a member of automatically.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Creating Logins &amp; Users via T-SQL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T-SQL is the repeatable, scriptable way to manage SQL Server security principals.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989320" cy="4663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660136" cy="444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-- 1. Create a SQL Server login (instance level)
CREATE LOGIN AppUser
WITH PASSWORD = 'Str0ng!Passw0rd',
     CHECK_POLICY = ON,
     DEFAULT_DATABASE = LabDB_TSQL;
-- 2. Create a database user mapped to the login
USE LabDB_TSQL;
GO
CREATE USER AppUser FOR LOGIN AppUser;
-- 3. Assign a database role
ALTER ROLE db_datareader ADD MEMBER AppUser;
-- 4. Grant specific permission (optional)
GRANT SELECT ON dbo.Employee TO AppUser;
GRANT EXECUTE ON dbo.usp_GetSalary TO AppUser;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89888"/>
            <a:ext cx="347472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264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CHECK_POLICY =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64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Enforces Windows password complexity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39112"/>
            <a:ext cx="347472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75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DEFAULT_DATABASE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13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Database to connect to if none specified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88336"/>
            <a:ext cx="347472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FOR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962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Links this database user to the server 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337560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374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ALTER ROLE ... ADD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11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Grants all permissions of the role to the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986784"/>
            <a:ext cx="347472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GRANT SELECT ON &lt;table&gt;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Fine-grained permission on a specific 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636008"/>
            <a:ext cx="347472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72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GRANT EXECUTE ON &lt;proc&gt;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103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Permission to run a stored procedure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285232"/>
            <a:ext cx="347472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321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REVOKE / DENY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REVOKE removes a grant; DENY overrides 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Managing Security via SSMS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The SSMS GUI mirrors T-SQL operations — useful for learning; T-SQL is preferred for production scripting.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47472" cy="13533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Create a Login (SSMS)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Instance → Security → Logins → right-click → New Login
Enter name, choose auth type, set default database.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81328"/>
            <a:ext cx="347472" cy="13533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Map to a Database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92024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In the New Login dialog → User Mapping page
Check the target database → assign role membership (db_datareader etc.).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54096"/>
            <a:ext cx="347472" cy="135331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Test the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New connection in SSMS → specify the login credentials
Attempt SELECT from a table — confirm access or permission error.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54096"/>
            <a:ext cx="347472" cy="135331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Disable / Drop a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9300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Right-click Login → Properties → Status tab → set Login to Disabled
Or: ALTER LOGIN AppUser DISABLE; — DROP LOGIN removes permanently.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626864"/>
            <a:ext cx="347472" cy="135331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00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Audit 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65776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Object Explorer → Database → Security → Users → right-click → Properties
Or query: sys.database_role_members, sys.server_role_members, fn_my_permissions.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4626864"/>
            <a:ext cx="347472" cy="13533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47000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sa Login Best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5065776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Rename sa (ALTER LOGIN sa WITH NAME = ...)
Disable it entirely if Windows Auth is the only mode in 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Create a Login, Map a User &amp; Test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~45 min  ·  Tool: SSMS  ·  Uses: LabDB_TSQL from Module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EA6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Create SQL login 'LabReader' via SSMS: Security → Logins → New Login (SQL Auth)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6440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826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461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Map LabReader to LabDB_TSQL with role db_datareader — via User Mapping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7588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941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Open a second SSMS connection using LabReader credentials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8736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0565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6908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As LabReader: SELECT * FROM Employee — should succeed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9884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1713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8056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As LabReader: try INSERT INTO Employee … — confirm permission denied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1032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286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920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Back as sysadmin: ALTER ROLE db_datawriter ADD MEMBER LabReader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2180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00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As LabReader: retry INSERT — should now succeed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733288"/>
            <a:ext cx="292608" cy="29260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515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71500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Run: SELECT IS_MEMBER('db_datawriter') — confirm returns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395728"/>
            <a:ext cx="3913632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85292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Login appears in Security → Logins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49300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SELECT succeeds as LabReader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INSERT denied before role 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INSERT succeeds after role 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41324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IS_MEMBER returns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Clean up: DROP USER LabReader from LabDB_TSQL; DROP LOGIN LabReader.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14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Day 1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7899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E8501A"/>
                </a:solidFill>
                <a:latin typeface="Calibri"/>
              </a:rPr>
              <a:t>You have built a working SQL Server environment from the ground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440680" cy="1234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M01 —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6712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Instance, databases, system DBs, auth modes, SSMS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691640"/>
            <a:ext cx="5440680" cy="1234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830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M02 —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6712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Planning, setup wizard, Config Manager, TCP/IP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36392"/>
            <a:ext cx="5440680" cy="123444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M03 — Databases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MDF/LDF files, CREATE DATABASE, filegroups, properties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136392"/>
            <a:ext cx="5440680" cy="12344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2783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M04 — Tables &amp;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1188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Data types, constraints, INSERT/UPDATE/DELETE/SELECT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4864608"/>
            <a:ext cx="5440680" cy="1234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95604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M05 —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340096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Logins, users, server roles, database roles, access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93A6"/>
                </a:solidFill>
                <a:latin typeface="Calibri"/>
              </a:rPr>
              <a:t>Day 2 begins with Backup &amp; Restore. Have your instance running and SSMS open.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05: Security &amp; User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