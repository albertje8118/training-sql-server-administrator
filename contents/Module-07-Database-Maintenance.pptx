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Database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A366"/>
                </a:solidFill>
                <a:latin typeface="Calibri"/>
              </a:rPr>
              <a:t>Keep NovaMart's indexes healthy, statistics current,
and data pages consistent — before problems appear.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Index Maintenance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Update Statistics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DBCC CHECKDB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Morning  ·  1.5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07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why index fragmentation degrades query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Decide when to REBUILD versus REORGANIZE an index based on fragmentation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Update column statistics to ensure the query optimizer has accurate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Run DBCC CHECKDB to detect and report database consistency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Build a weekly maintenance routine for the NovaMart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Index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Fragmentation occurs as INSERT, UPDATE, and DELETE operations scatter data across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40680" cy="3840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ACC"/>
                </a:solidFill>
                <a:latin typeface="Calibri"/>
              </a:rPr>
              <a:t>WHAT IS FRAGMENTATION?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84831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Index pages are stored out of logical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87751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SQL Server must read more pages to satisfy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90671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Reads become random I/O instead of sequential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93591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Worst on tables with frequent inserts and deletes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96511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·  Measured as avg_fragmentation_in_percent in DMVs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5577840" cy="384048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57276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ACC"/>
                </a:solidFill>
                <a:latin typeface="Calibri"/>
              </a:rPr>
              <a:t>HOW TO DETECT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539496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7"/>
            <a:ext cx="506577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nsolas"/>
              </a:rPr>
              <a:t>SELECT
  OBJECT_NAME(ips.object_id) AS TableName,
  i.name AS IndexName,
  ips.avg_fragmentation_in_percent,
  ips.page_count
FROM sys.dm_db_index_physical_stats
  (DB_ID(), NULL, NULL, NULL, 'LIMITED') ips
JOIN sys.indexes i
  ON ips.object_id = i.object_id
  AND ips.index_id = i.index_id
WHERE ips.avg_fragmentation_in_percent &gt; 5
  AND ips.page_count &gt; 100
ORDER BY ips.avg_fragmentation_in_percent DESC;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376672"/>
            <a:ext cx="11384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Rule of thumb:  5–30% → REORGANIZE  ·  &gt; 30% → REBUILD  ·  &lt; 5% → skip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REBUILD vs REORGANIZE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Choose based on fragmentation level, available maintenance window, and edition of SQL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349240" cy="352044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REORGANIZE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5D8F0"/>
                </a:solidFill>
                <a:latin typeface="Calibri"/>
              </a:rPr>
              <a:t>5–30%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Defragments leaf level pages in-place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0720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Online operation — no table 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8269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Slower than REBUILD for heavy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5818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Statistics NOT automatically updated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Works on individual or all indexes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074920"/>
            <a:ext cx="5349240" cy="7132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5184648"/>
            <a:ext cx="502005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ALTER INDEX ALL ON dbo.Employee
REORGANIZE;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417320"/>
            <a:ext cx="5440680" cy="3520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57276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99339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93A6"/>
                </a:solidFill>
                <a:latin typeface="Calibri"/>
              </a:rPr>
              <a:t>&gt; 30% fragmentation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3172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Drops and recreates the index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80720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Offline by default (table locked) — Enterprise: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28269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Updates statistics automatically (FULLSCAN)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75818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Resets fill factor on all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2336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Best fragmentation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5074920"/>
            <a:ext cx="5440680" cy="7132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5184648"/>
            <a:ext cx="51114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ALTER INDEX ALL ON dbo.Employee
REBUILD WITH (ONLINE = OFF);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Rebuild all indexes in NovaMart:  ALTER INDEX ALL ON &lt;table&gt; REBUILD;  — run per 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Update Statistics &amp; DBCC CHECKDB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Statistics tell the optimizer how data is distributed. CHECKDB validates physical integrity.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257800" cy="397763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4928616" cy="37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Update statistics for one table
UPDATE STATISTICS dbo.Employee
WITH FULLSCAN;  -- scan 100% of rows
-- Update all statistics in a database
EXEC sp_updatestats;
-- Check when statistics were last updated
SELECT
  s.name, STATS_DATE(s.object_id, s.stats_id) AS LastUpdated
FROM sys.stats s
WHERE OBJECT_NAME(s.object_id) = 'Employee'
ORDER BY LastUpdated DESC;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4768" y="1389888"/>
            <a:ext cx="5632704" cy="397763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99616"/>
            <a:ext cx="5303520" cy="375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Run full integrity check (takes time on large DBs)
DBCC CHECKDB (NovaMart) WITH NO_INFOMSGS;
-- Fast check — structure only, no row-level
DBCC CHECKDB (NovaMart)
WITH PHYSICAL_ONLY, NO_INFOMSGS;
-- Check a single table
DBCC CHECKTABLE ('dbo.Employee');
-- What to look for in output:
-- 0 allocation errors, 0 consistency errors
-- CHECKDB found 0 allocation errors and
-- 0 consistency errors in database 'NovaMart'.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A366"/>
                </a:solidFill>
                <a:latin typeface="Calibri"/>
              </a:rPr>
              <a:t>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353312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A366"/>
                </a:solidFill>
                <a:latin typeface="Calibri"/>
              </a:rPr>
              <a:t>DBCC CHECKDB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504688"/>
            <a:ext cx="228600" cy="2286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0468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Run sp_updatestats after every large data 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824728"/>
            <a:ext cx="228600" cy="228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2472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DBCC CHECKDB weekly minimum — overnight for large databases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44768"/>
            <a:ext cx="228600" cy="2286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If CHECKDB reports errors: do NOT restart the service — escalate immediately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464808"/>
            <a:ext cx="228600" cy="2286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64808"/>
            <a:ext cx="11018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  <a:latin typeface="Calibri"/>
              </a:rPr>
              <a:t>PHYSICAL_ONLY is faster — use for frequent checks; full CHECKDB 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NovaMart Weekly Maintenance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 predictable maintenance routine reduces emergency incidents and keeps queries fast.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5440680" cy="13258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Sunday 02:00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562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Full Backup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21992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BACKUP DATABASE NovaMart ... WITH FORMAT, COMPRESSION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508760"/>
            <a:ext cx="5440680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Daily 00:00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18562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Differential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221992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BACKUP DATABASE NovaMart ... WITH DIFFERENTIAL, COMPRESSION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81528"/>
            <a:ext cx="5440680" cy="132588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172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Every 30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2900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Log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794760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BACKUP LOG NovaMart ... — prevents log file growth in FULL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081528"/>
            <a:ext cx="5440680" cy="13258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172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Sunday 03:00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429000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Index 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794760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ALTER INDEX ALL ON &lt;each table&gt; REBUILD — after full backup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54296"/>
            <a:ext cx="5440680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745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Daily 01:00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017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Update Statistics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367528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EXEC sp_updatestats — after differential backup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4654296"/>
            <a:ext cx="5440680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745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Sunday 04:00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0017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DBCC CHECKDB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367528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DBCC CHECKDB (NovaMart) WITH NO_INFOMSGS — review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Maintain the NovaMart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Tool: SSMS  ·  Database: NovaMart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Query sys.dm_db_index_physical_stats — identify fragmentation levels in NovaMart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6440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any index with avg_fragmentation_in_percent &gt;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9417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REORGANIZE on indexes with 5–30% fragmentation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42232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23944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REBUILD on indexes with &gt; 30% fragmentation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53712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UPDATE STATISTICS dbo.Employee WITH FULLSCAN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0176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00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8348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EXEC sp_updatestats to update all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31536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4982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132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DBCC CHECKDB (NovaMart) WITH NO_INFOMSGS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61304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795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843016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Confirm: '0 allocation errors and 0 consistency errors'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Fragmentation detected via DMV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REORGANIZE/REBUILD completed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sp_updatestats reports updates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CHECKDB reports 0 errors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All commands run without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07: Database Maintenance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