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2011680" cy="4754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MODULE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SQL Server Agent
&amp;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7ACC"/>
                </a:solidFill>
                <a:latin typeface="Calibri"/>
              </a:rPr>
              <a:t>Stop doing maintenance by hand — let SQL Server Agent
run backups, index jobs, and alerts while you sleep.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526280"/>
            <a:ext cx="3154680" cy="5303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SQL Agent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4526280"/>
            <a:ext cx="3154680" cy="5303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Jobs &amp; Steps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4526280"/>
            <a:ext cx="3154680" cy="5303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Schedules &amp;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447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Day 2  ·  Morning  ·  1.5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08: SQL Server Agent &amp;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93A6"/>
                </a:solidFill>
                <a:latin typeface="Calibri"/>
              </a:rPr>
              <a:t>By the end of Module 08 you will be able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57276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Describe what SQL Server Agent is and list its components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05456"/>
            <a:ext cx="347472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432304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Create a multi-step Agent job using the SSMS GUI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64992"/>
            <a:ext cx="347472" cy="3474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29184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Attach a recurring schedule to a job (nightly, weekly)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24528"/>
            <a:ext cx="347472" cy="3474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15137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Configure an operator and alert to receive failure notifications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84064"/>
            <a:ext cx="347472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010912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View job history and diagnose a failed job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08: SQL Server Agent &amp;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SQL Server 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A93A6"/>
                </a:solidFill>
                <a:latin typeface="Calibri"/>
              </a:rPr>
              <a:t>SQL Server Agent is a Windows service that runs scheduled T-SQL, SSIS packages, and operating system commands.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81328"/>
            <a:ext cx="3520440" cy="1965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572768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956816"/>
            <a:ext cx="31821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 named automation task.
Contains one or more steps.
Can be run on demand or by schedule.
Stored in msdb..sysjobs.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3672" y="1481328"/>
            <a:ext cx="3520440" cy="1965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98264" y="1572768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JOB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8264" y="1956816"/>
            <a:ext cx="31821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Individual unit of work within a job.
Types: T-SQL, PowerShell, SSIS, OS command.
On failure: stop, go to next step, or go to a specific step.
Has its own success/failure 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47304" y="1481328"/>
            <a:ext cx="3520440" cy="196596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1572768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1956816"/>
            <a:ext cx="31821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Defines WHEN a job runs.
Recurring: daily, weekly, every N minutes.
One schedule can drive multiple jobs.
Stored in msdb..sysschedules.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721608"/>
            <a:ext cx="3520440" cy="196596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6192" y="3813048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4197096"/>
            <a:ext cx="31821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Triggered by SQL Server error number or
performance condition threshold.
Can execute a job and/or notify operators.
Useful for critical error numbers (823, 824, 825).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85232" y="3721608"/>
            <a:ext cx="3520440" cy="196596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9824" y="3813048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4197096"/>
            <a:ext cx="31821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Recipient of alert notifications.
Notification via email (Database Mail).
Requires SQL Server Agent Mail profile.
Multiple operators can receive the same alert.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14476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3A6"/>
                </a:solidFill>
                <a:latin typeface="Calibri"/>
              </a:rPr>
              <a:t>Prerequisites: SQL Server Agent service must be Running. Check in SQL Server Configuration Manager.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08: SQL Server Agent &amp;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Creating a Job in SSMS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Walk-through: create the NovaMart Nightly Backup Job.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347472" cy="1298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1. Open SQL Server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In SSMS Object Explorer → SQL Server Agent → right-click Jobs → New Job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81328"/>
            <a:ext cx="347472" cy="12984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5544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2. General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920240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Name: 'NovaMart Nightly Backup'  ·  Owner: sa (or a dedicated service account)  ·  Enabled: checked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990088"/>
            <a:ext cx="347472" cy="129844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3. Steps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Click New → Step Name: 'Full Backup'  ·  Type: T-SQL  ·  Database: master
Command:  BACKUP DATABASE NovaMart TO DISK='C:\SQLBackup\NovaMart_Full.bak' WITH FORMAT,COMPRESSION;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990088"/>
            <a:ext cx="347472" cy="129844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06324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4. Steps — Add Log Backup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429000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Click New → 'Log Backup'  ·  T-SQL  ·  Database: master
Command:  BACKUP LOG NovaMart TO DISK='C:\SQLBackup\NovaMart_Log.bak' WITH INIT;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498848"/>
            <a:ext cx="347472" cy="129844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5. Schedules Tab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Click New → Name: 'Nightly 02:00'  ·  Recurring: Daily  ·  Time: 02:00:00  ·  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98848"/>
            <a:ext cx="347472" cy="1298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57200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6. Notifications 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937760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On job failure: email an operator (if Database Mail is configured)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08: SQL Server Agent &amp;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Schedules, Alerts &amp; Job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Once jobs run unattended, you need reliable monitoring to catch failures early.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349240" cy="2148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3619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ACC"/>
                </a:solidFill>
                <a:latin typeface="Calibri"/>
              </a:rPr>
              <a:t>SCHEDULE FREQUENCIES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One time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6771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96896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Weekly (day of week)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Monthly (day / week of month)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5526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When SQL Server Agent starts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84448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When CPU is idle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417320"/>
            <a:ext cx="5577840" cy="2148840"/>
          </a:xfrm>
          <a:prstGeom prst="rect">
            <a:avLst/>
          </a:prstGeom>
          <a:solidFill>
            <a:srgbClr val="05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5361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1A366"/>
                </a:solidFill>
                <a:latin typeface="Calibri"/>
              </a:rPr>
              <a:t>VIEWING JOB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Right-click Job → View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2677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Green check = success  ·  Red X =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59689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Expand failed step to read error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9260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msdb..sysjobhistory — query history via T-SQL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2552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Filter by date range in the Log File Viewer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639312"/>
            <a:ext cx="11384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  <a:latin typeface="Calibri"/>
              </a:rPr>
              <a:t>RUN &amp; QUERY JOBS VIA T-SQL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977639"/>
            <a:ext cx="11384280" cy="2514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4087367"/>
            <a:ext cx="11055096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-- Run a job immediately
EXEC msdb.dbo.sp_start_job N'NovaMart Nightly Backup';
-- Check job status
SELECT j.name, ja.run_requested_date, ja.stop_execution_date,
       jh.run_status  -- 0=failed 1=success 2=retry 3=cancelled
FROM msdb.dbo.sysjobs j
JOIN msdb.dbo.sysjobactivity ja ON j.job_id = ja.job_id
JOIN msdb.dbo.sysjobhistory jh ON j.job_id = jh.job_id
WHERE j.name = 'NovaMart Nightly Backup';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08: SQL Server Agent &amp;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Creating a Job via T-SQL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Scripting jobs allows them to be version-controlled, audited, and deployed to multiple instances.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989320" cy="5074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99616"/>
            <a:ext cx="56601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8D8FF"/>
                </a:solidFill>
                <a:latin typeface="Consolas"/>
              </a:rPr>
              <a:t>USE msdb;
GO
-- Create the job
EXEC sp_add_job
  @job_name = N'NovaMart Nightly Backup';
-- Add a T-SQL step
EXEC sp_add_jobstep
  @job_name = N'NovaMart Nightly Backup',
  @step_name = N'Full Backup',
  @subsystem = N'TSQL',
  @command = N'BACKUP DATABASE NovaMart
    TO DISK = ''C:\SQLBackup\NovaMart_Full.bak''
    WITH FORMAT, COMPRESSION, STATS = 10;',
  @database_name = N'master';
-- Add a daily schedule at 02:00
EXEC sp_add_schedule
  @schedule_name = N'Nightly 02:00',
  @freq_type = 4,        -- daily
  @freq_interval = 1,
  @active_start_time = 20000;  -- 02:00:00
-- Attach schedule to job
EXEC sp_attach_schedule
  @job_name = N'NovaMart Nightly Backup',
  @schedule_name = N'Nightly 02:00';
-- Register the job on this server
EXEC sp_add_jobserver
  @job_name = N'NovaMart Nightly Backup';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389888"/>
            <a:ext cx="347472" cy="47548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4264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sp_add_job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6642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Creates the job container in msdb — just name and owner.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039112"/>
            <a:ext cx="347472" cy="4754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756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sp_add_jobstep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3134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Adds a step; @subsystem = TSQL, SSIS, PowerShell, CmdExec.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688336"/>
            <a:ext cx="347472" cy="47548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sp_add_schedule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9626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@freq_type: 1=once, 4=daily, 8=weekly, 16=monthly.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337560"/>
            <a:ext cx="347472" cy="47548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3741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@active_start_time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611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Format HHMMSS as integer: 020000 = 02:00:00.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986784"/>
            <a:ext cx="347472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023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sp_attach_schedule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2611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One schedule can be shared across multiple jobs.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4636008"/>
            <a:ext cx="347472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46725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sp_add_jobserver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9103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Required to register job on the local server (@server_name=N'(local)').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5285232"/>
            <a:ext cx="347472" cy="47548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53218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Script existing job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5595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In SSMS: right-click Job → Script Job as → CREATE To → clipboard.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08: SQL Server Agent &amp;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82880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LAB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Automate NovaMart Nightly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Duration: ~45 min  ·  Tool: SSMS  ·  Database: msdb + NovaMart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95728"/>
            <a:ext cx="7040880" cy="3730752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C"/>
                </a:solidFill>
                <a:latin typeface="Calibri"/>
              </a:rPr>
              <a:t>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52928"/>
            <a:ext cx="292608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712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Open SSMS → confirm SQL Server Agent service is Running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82696"/>
            <a:ext cx="292608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00984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6440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Create a new job: 'NovaMart Nightly Backup' (owner: sa)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12464"/>
            <a:ext cx="292608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3075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94176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Step 1: 'Full Backup' — T-SQL — BACKUP DATABASE NovaMart ... WITH FORMAT, COMPRESSION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42232"/>
            <a:ext cx="292608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123944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Step 2: 'Update Stats' — T-SQL — EXEC sp_updatestats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72000"/>
            <a:ext cx="292608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90288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553712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Step 3: 'Log Backup' — T-SQL — BACKUP LOG NovaMart ... WITH INIT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01768"/>
            <a:ext cx="292608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2005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98348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Add schedule: Daily at 02:00 — name: 'Nightly 02:00'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431536"/>
            <a:ext cx="292608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449824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4132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Right-click job → Start Job at Step → Step 1 — run manually to 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61304"/>
            <a:ext cx="292608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87959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843016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View job history — confirm all 3 steps show green checkmark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2395728"/>
            <a:ext cx="3913632" cy="3730752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2487168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A366"/>
                </a:solidFill>
                <a:latin typeface="Calibri"/>
              </a:rPr>
              <a:t>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285292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Job visible under SQL Agent → Jobs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49300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All 3 steps complete successfully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13308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Backup file created on disk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77316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Job history shows duration &amp;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541324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Schedule appears in Job Properties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08: SQL Server Agent &amp; Automation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