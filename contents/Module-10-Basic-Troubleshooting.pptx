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Basic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501A"/>
                </a:solidFill>
                <a:latin typeface="Calibri"/>
              </a:rPr>
              <a:t>Monday morning tickets: connection errors, login failures, and slow queries.
Here is how to diagnose and resolve them confidently.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Connection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Login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Error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Afternoon  ·  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10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Diagnose and resolve the most common SQL Server connection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Identify the root cause of login failure errors (18456 and variants)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Read the SQL Server Error Log in SSMS and via T-SQL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Apply a structured first-response workflow to an unfamiliar incident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Simulate and resolve three realistic Monday-morning support tickets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Common Connection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Most connection failures have a small set of root causes — check them in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44752"/>
            <a:ext cx="347472" cy="105156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Error 53 — "Network path not found"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1083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SQL Server Browser not running, or TCP/IP disabled.
Fix: SQL Server Configuration Manager → enable TCP/IP → restart service.
Check: telnet &lt;server&gt; 1433  or  Test-NetConnection &lt;server&gt; -Port 1433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706624"/>
            <a:ext cx="34747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52344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Error 17 — "SQL Server does not exist or access denied"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90672"/>
            <a:ext cx="1083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Instance name wrong, or firewall blocking port 1433.
Fix: Verify instance name (SERVERNAME or SERVERNAME\INSTANCENAME).
Check: Windows Firewall → Inbound Rule for TCP 1433 exists and is enabled.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968496"/>
            <a:ext cx="347472" cy="105156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01421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Error 4060 — "Cannot open database requested"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52544"/>
            <a:ext cx="1083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Login is valid but default database is offline or dropped.
Fix: ALTER LOGIN [user] WITH DEFAULT_DATABASE = master;
Or: specify a different database in the connection string.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230368"/>
            <a:ext cx="347472" cy="105156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276088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Error 10060 — "Connection timed out"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614416"/>
            <a:ext cx="1083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Network latency, wrong IP, or SQL Server not accepting connections.
Fix: ping the server, check IP/hostname, verify SQL Server is Running.
Check: sys.dm_exec_connections — if 0 rows, service may be 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Login Failure — Error 18456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Error 18456 means "login failed." The state number reveals the exact reason.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4251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53619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01952"/>
            <a:ext cx="11384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568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95681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Generic — details suppressed for security. Check Error Log for real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11384280" cy="384048"/>
          </a:xfrm>
          <a:prstGeom prst="rect">
            <a:avLst/>
          </a:prstGeom>
          <a:solidFill>
            <a:srgbClr val="1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408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34086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Invalid user ID — login not found in sys.server_principals.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11384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24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72491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Invalid user ID — same as state 2 (older versions).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54096"/>
            <a:ext cx="11384280" cy="384048"/>
          </a:xfrm>
          <a:prstGeom prst="rect">
            <a:avLst/>
          </a:prstGeom>
          <a:solidFill>
            <a:srgbClr val="1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08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108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Login attempted with Windows auth but only SQL auth is configured.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38144"/>
            <a:ext cx="11384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93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349300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Login disabled AND wrong password provided.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22192"/>
            <a:ext cx="11384280" cy="384048"/>
          </a:xfrm>
          <a:prstGeom prst="rect">
            <a:avLst/>
          </a:prstGeom>
          <a:solidFill>
            <a:srgbClr val="1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770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87705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Correct login name but wrong password.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06240"/>
            <a:ext cx="11384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611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426110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Login does not have permission to log in — login disabled.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590288"/>
            <a:ext cx="11384280" cy="384048"/>
          </a:xfrm>
          <a:prstGeom prst="rect">
            <a:avLst/>
          </a:prstGeom>
          <a:solidFill>
            <a:srgbClr val="1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46451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Login valid but access denied to the server — check server role.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974336"/>
            <a:ext cx="113842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292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02920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Password expired — must change at next login.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358384"/>
            <a:ext cx="11384280" cy="384048"/>
          </a:xfrm>
          <a:prstGeom prst="rect">
            <a:avLst/>
          </a:prstGeom>
          <a:solidFill>
            <a:srgbClr val="10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413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State 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9968" y="541324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Login valid, but database is unavailable (offline, restoring, or dropped).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742432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3E"/>
                </a:solidFill>
                <a:latin typeface="Calibri"/>
              </a:rPr>
              <a:t>Always check the SQL Server Error Log for the actual state — client messages may show only State 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080760"/>
            <a:ext cx="731520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6190488"/>
            <a:ext cx="6986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EXEC sp_readerrorlog 0, 1, 'Login failed', 'NovaMart';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Reading the SQL Server Error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The Error Log is the authoritative record of everything SQL Server has experienced.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349240" cy="4160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ACC"/>
                </a:solidFill>
                <a:latin typeface="Calibri"/>
              </a:rPr>
              <a:t>VIA SSMS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In Object Explorer: Management → SQL Server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Current log = most recent; Archive #1 = previous,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8094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Double-click 'Current' to open Log File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Filter by date range, error level, or search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68496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Look for: Severity 16+ errors, stack dumps, I/O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622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Event types: Information / Warning /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5604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Logs cycle at restart or when sp_cycle_errorlog is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605272" cy="416052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36192"/>
            <a:ext cx="5605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ACC"/>
                </a:solidFill>
                <a:latin typeface="Calibri"/>
              </a:rPr>
              <a:t>VIA T-SQL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874519"/>
            <a:ext cx="5376672" cy="35478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984247"/>
            <a:ext cx="5047488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Read current error log
EXEC sp_readerrorlog;
-- Search for a keyword
EXEC sp_readerrorlog 0, 1, 'error';
-- Read archive log #1
EXEC sp_readerrorlog 1, 1, 'Login failed';
-- Check log file location
EXEC xp_readerrorlog 0, 1, N'Logging SQL Server messages';
-- Cycle the log (keeps current small)
EXEC sp_cycle_errorlog;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87568"/>
            <a:ext cx="11384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Critical errors to act on immediately:  823 (I/O failure), 824 (page checksum fail), 9001 (log not available).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Performance Bottlenecks — First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Narrow down to the right layer before tuning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135331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CPU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high CPU in Task Manager, high Batch Requests/sec, CXPACKET waits.
Quick checks: sp_who2, dm_exec_requests ORDER BY cpu_time DESC.
Common causes: missing indexes → table scans, implicit conversions, high MAXDOP.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347472" cy="13533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Memory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9202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high PAGEIOLATCH waits, low PLE (Page Life Expectancy &lt; 300 sec).
Quick checks: dm_os_sys_info, dm_os_buffer_descriptors.
Causes: max server memory set too low, large unoptimised queries.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54096"/>
            <a:ext cx="347472" cy="135331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I/O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PAGEIOLATCH_SH/_EX waits, slow reads in Data File I/O chart.
Quick checks: dm_io_virtual_file_stats, DBCC SQLPERF('sys.dm_os_wait_stats').
Causes: storage latency, log drive contention, no SSD for log 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54096"/>
            <a:ext cx="347472" cy="135331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Lock / Blocking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9300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LCK_M_X waits, sessions stuck on 'SUSPENDED' status.
Quick checks: dm_exec_requests WHERE blocking_session_id &gt; 0.
Causes: long open transactions, missing indexes causing wide table 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26864"/>
            <a:ext cx="347472" cy="135331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Network Bottleneck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ASYNC_NETWORK_IO waits, application-side latency despite fast queries.
Quick checks: dm_exec_sessions — check reads/writes vs elapsed time.
Causes: fetching large result sets, client-side slow row processing.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626864"/>
            <a:ext cx="347472" cy="13533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Query Design Bottleneck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506577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Symptoms: high logical reads, Table Scan operators in execution plan.
Quick checks: dm_exec_query_stats ORDER BY total_logical_reads DESC.
Causes: missing covering indexes, SELECT *, outdated statistics.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Monday Morning — 3 Support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~40 min  ·  Tool: SSMS + Configuration Manager  ·  Instance: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347472" cy="117043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1074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Ticket 1: 'Cannot connect to SQL Server'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0744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Simulate: stop SQL Server Browser service → attempt named instance connection
Diagnose: check service status in Config Manager
Resolve: restart SQL Server Browser → reconnect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85616"/>
            <a:ext cx="34747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58768"/>
            <a:ext cx="1074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Ticket 2: 'Login failed for user LabSari'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24528"/>
            <a:ext cx="10744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Simulate: disable login LabSari (ALTER LOGIN LabSari DISABLE)
Diagnose: read Error Log → identify state number
Resolve: ALTER LOGIN LabSari ENABLE → verify login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347472" cy="1170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48656"/>
            <a:ext cx="1074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Ticket 3: 'The report query is very slow today'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14416"/>
            <a:ext cx="10744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Simulate: run SELECT * FROM Employee without WHERE clause (large result)
Diagnose: Activity Monitor → Recent Expensive Queries → view execution plan
Resolve: add WHERE clause or proper filter → compare elapsed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Validation: all 3 tickets resolved, root cause identified, and steps documented in a comment block in SSMS.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10: Basic Troubleshooting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